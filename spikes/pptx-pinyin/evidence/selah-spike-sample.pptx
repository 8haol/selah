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耶和华是我的牧者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yē hé huá shì wǒ de mù zhě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V1 · 4 lines · stacked textboxes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31750"/>
            <a:ext cx="8595360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yē hé huá shì wǒ de mù zhě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274320" y="587375"/>
            <a:ext cx="859536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耶和华是我的牧者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274320" y="1301750"/>
            <a:ext cx="8595360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wǒ bì bú zhì quē fá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274320" y="1857375"/>
            <a:ext cx="859536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我必不致缺乏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274320" y="2571750"/>
            <a:ext cx="8595360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 shǐ wǒ tǎng wò zài qīng cǎo dì shàng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274320" y="3127375"/>
            <a:ext cx="859536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他使我躺卧在青草地上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274320" y="3841750"/>
            <a:ext cx="8595360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lǐng wǒ zài kě ān xiē de shuǐ biān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274320" y="4397375"/>
            <a:ext cx="859536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领我在可安歇的水边</a:t>
            </a:r>
            <a:endParaRPr lang="en-US" sz="4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C · 2 lines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1301750"/>
            <a:ext cx="8595360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 shǐ wǒ de líng hún sū xǐng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274320" y="1857375"/>
            <a:ext cx="859536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他使我的灵魂苏醒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274320" y="2571750"/>
            <a:ext cx="8595360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wèi zì jǐ de míng yǐn dǎo wǒ zǒu yì lù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274320" y="3127375"/>
            <a:ext cx="859536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为自己的名引导我走义路</a:t>
            </a:r>
            <a:endParaRPr lang="en-US" sz="4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V2 · long lines (12 chars)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31750"/>
            <a:ext cx="8595360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wǒ suī rán xíng guò sǐ yìn de yōu gǔ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274320" y="587375"/>
            <a:ext cx="859536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我虽然行过死荫的幽谷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274320" y="1301750"/>
            <a:ext cx="8595360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yě bú pà zāo hài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274320" y="1857375"/>
            <a:ext cx="859536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也不怕遭害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274320" y="2571750"/>
            <a:ext cx="8595360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yīn wèi nǐ yǔ wǒ tóng zài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274320" y="3127375"/>
            <a:ext cx="859536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因为你与我同在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274320" y="3841750"/>
            <a:ext cx="8595360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nǐ de zhàng nǐ de gān dōu ān wèi wǒ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274320" y="4397375"/>
            <a:ext cx="859536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你的杖你的竿都安慰我</a:t>
            </a:r>
            <a:endParaRPr lang="en-US" sz="4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polyphonic test 长/乐/行/重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31750"/>
            <a:ext cx="8595360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cháng kuò gāo shēn de ài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274320" y="587375"/>
            <a:ext cx="859536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长阔高深的爱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274320" y="1301750"/>
            <a:ext cx="8595360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kuài lè de gē chàng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274320" y="1857375"/>
            <a:ext cx="859536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快乐的歌唱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274320" y="2571750"/>
            <a:ext cx="8595360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xíng zài guāng zhōng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274320" y="3127375"/>
            <a:ext cx="859536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行在光中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274320" y="3841750"/>
            <a:ext cx="8595360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chóng xīn dé lì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274320" y="4397375"/>
            <a:ext cx="859536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重新得力</a:t>
            </a:r>
            <a:endParaRPr lang="en-US" sz="4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2026-09-22T21:18:38Z</dcterms:created>
  <dcterms:modified xsi:type="dcterms:W3CDTF">2026-09-22T21:18:38Z</dcterms:modified>
</cp:coreProperties>
</file>