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夜空 · Night —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圣殿 · Sanctuary —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深海 · Deep —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青草地 · Meadow —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晨光 · Dawn —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纸 · Paper —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12344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spc="600" kern="0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耶和华是我的牧者</a:t>
            </a:r>
            <a:endParaRPr lang="en-US" sz="8400" dirty="0"/>
          </a:p>
        </p:txBody>
      </p:sp>
      <p:sp>
        <p:nvSpPr>
          <p:cNvPr id="3" name="Shape 1"/>
          <p:cNvSpPr/>
          <p:nvPr/>
        </p:nvSpPr>
        <p:spPr>
          <a:xfrm>
            <a:off x="3520440" y="2761488"/>
            <a:ext cx="2103120" cy="32004"/>
          </a:xfrm>
          <a:prstGeom prst="rect">
            <a:avLst/>
          </a:prstGeom>
          <a:solidFill>
            <a:srgbClr val="8FA3FF"/>
          </a:solidFill>
          <a:ln w="12700">
            <a:solidFill>
              <a:srgbClr val="8F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B9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AAB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诗篇 23 · KEY OF 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DCE3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DC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-23368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B9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487807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耶和华是我的牧者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B9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wǒ bì bú zhì quē fá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我必不致缺乏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B9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tǎng wò zài qīng cǎo dì shàng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他使我躺卧在青草地上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548640" y="4061333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B9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lǐng wǒ zài kě ān xiē de shuǐ biān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548640" y="4572508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领我在可安歇的水边</a:t>
            </a:r>
            <a:endParaRPr lang="en-US" sz="4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DCE3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DC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B9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de líng hún sū xǐng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他使我的灵魂苏醒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B9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wèi zì jǐ de míng yǐn dǎo wǒ zǒu yì lù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为自己的名引导我走义路</a:t>
            </a:r>
            <a:endParaRPr lang="en-US" sz="4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12344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1A0A1E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spc="600" kern="0" dirty="0">
                <a:solidFill>
                  <a:srgbClr val="FFF8EC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耶和华是我的牧者</a:t>
            </a:r>
            <a:endParaRPr lang="en-US" sz="8400" dirty="0"/>
          </a:p>
        </p:txBody>
      </p:sp>
      <p:sp>
        <p:nvSpPr>
          <p:cNvPr id="3" name="Shape 1"/>
          <p:cNvSpPr/>
          <p:nvPr/>
        </p:nvSpPr>
        <p:spPr>
          <a:xfrm>
            <a:off x="3520440" y="2761488"/>
            <a:ext cx="2103120" cy="32004"/>
          </a:xfrm>
          <a:prstGeom prst="rect">
            <a:avLst/>
          </a:prstGeom>
          <a:solidFill>
            <a:srgbClr val="E3B762"/>
          </a:solidFill>
          <a:ln w="12700">
            <a:solidFill>
              <a:srgbClr val="E3B7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F2D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D9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诗篇 23 · KEY OF 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2D28C">
              <a:alpha val="12000"/>
            </a:srgbClr>
          </a:solidFill>
          <a:ln w="12700">
            <a:solidFill>
              <a:srgbClr val="F7E3B0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F7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-23368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F2D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487807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1A0A1E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8E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耶和华是我的牧者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F2D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wǒ bì bú zhì quē fá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1A0A1E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8E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我必不致缺乏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F2D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tǎng wò zài qīng cǎo dì shàng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1A0A1E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8E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他使我躺卧在青草地上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548640" y="4061333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F2D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lǐng wǒ zài kě ān xiē de shuǐ biān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548640" y="4572508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1A0A1E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8E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领我在可安歇的水边</a:t>
            </a:r>
            <a:endParaRPr lang="en-US" sz="4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2D28C">
              <a:alpha val="12000"/>
            </a:srgbClr>
          </a:solidFill>
          <a:ln w="12700">
            <a:solidFill>
              <a:srgbClr val="F7E3B0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F7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F2D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de líng hún sū xǐng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1A0A1E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8E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他使我的灵魂苏醒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F2D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wèi zì jǐ de míng yǐn dǎo wǒ zǒu yì lù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1A0A1E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8E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为自己的名引导我走义路</a:t>
            </a:r>
            <a:endParaRPr lang="en-US" sz="4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12344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31521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spc="600" kern="0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耶和华是我的牧者</a:t>
            </a:r>
            <a:endParaRPr lang="en-US" sz="8400" dirty="0"/>
          </a:p>
        </p:txBody>
      </p:sp>
      <p:sp>
        <p:nvSpPr>
          <p:cNvPr id="3" name="Shape 1"/>
          <p:cNvSpPr/>
          <p:nvPr/>
        </p:nvSpPr>
        <p:spPr>
          <a:xfrm>
            <a:off x="3520440" y="2761488"/>
            <a:ext cx="2103120" cy="32004"/>
          </a:xfrm>
          <a:prstGeom prst="rect">
            <a:avLst/>
          </a:prstGeom>
          <a:solidFill>
            <a:srgbClr val="5FD6E3"/>
          </a:solidFill>
          <a:ln w="12700">
            <a:solidFill>
              <a:srgbClr val="5FD6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A6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9E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诗篇 23 · KEY OF D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A6EFF7">
              <a:alpha val="12000"/>
            </a:srgbClr>
          </a:solidFill>
          <a:ln w="12700">
            <a:solidFill>
              <a:srgbClr val="D9FAFD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D9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-23368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A6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487807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31521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耶和华是我的牧者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A6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wǒ bì bú zhì quē fá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31521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我必不致缺乏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A6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tǎng wò zài qīng cǎo dì shàng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31521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他使我躺卧在青草地上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548640" y="4061333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A6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lǐng wǒ zài kě ān xiē de shuǐ biān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548640" y="4572508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31521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领我在可安歇的水边</a:t>
            </a:r>
            <a:endParaRPr lang="en-US" sz="4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A6EFF7">
              <a:alpha val="12000"/>
            </a:srgbClr>
          </a:solidFill>
          <a:ln w="12700">
            <a:solidFill>
              <a:srgbClr val="D9FAFD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D9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A6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de líng hún sū xǐng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31521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他使我的灵魂苏醒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A6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wèi zì jǐ de míng yǐn dǎo wǒ zǒu yì lù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31521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为自己的名引导我走义路</a:t>
            </a:r>
            <a:endParaRPr lang="en-US" sz="4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12344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62516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spc="600" kern="0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耶和华是我的牧者</a:t>
            </a:r>
            <a:endParaRPr lang="en-US" sz="8400" dirty="0"/>
          </a:p>
        </p:txBody>
      </p:sp>
      <p:sp>
        <p:nvSpPr>
          <p:cNvPr id="3" name="Shape 1"/>
          <p:cNvSpPr/>
          <p:nvPr/>
        </p:nvSpPr>
        <p:spPr>
          <a:xfrm>
            <a:off x="3520440" y="2761488"/>
            <a:ext cx="2103120" cy="32004"/>
          </a:xfrm>
          <a:prstGeom prst="rect">
            <a:avLst/>
          </a:prstGeom>
          <a:solidFill>
            <a:srgbClr val="BFE79A"/>
          </a:solidFill>
          <a:ln w="12700">
            <a:solidFill>
              <a:srgbClr val="BFE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DCF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C4DD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诗篇 23 · KEY OF D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CF6C4">
              <a:alpha val="12000"/>
            </a:srgbClr>
          </a:solidFill>
          <a:ln w="12700">
            <a:solidFill>
              <a:srgbClr val="EEFBE2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EEF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-23368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DCF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487807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62516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耶和华是我的牧者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DCF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wǒ bì bú zhì quē fá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62516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我必不致缺乏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DCF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tǎng wò zài qīng cǎo dì shàng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62516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他使我躺卧在青草地上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548640" y="4061333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DCF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lǐng wǒ zài kě ān xiē de shuǐ biān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548640" y="4572508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62516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领我在可安歇的水边</a:t>
            </a:r>
            <a:endParaRPr lang="en-US" sz="4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CF6C4">
              <a:alpha val="12000"/>
            </a:srgbClr>
          </a:solidFill>
          <a:ln w="12700">
            <a:solidFill>
              <a:srgbClr val="EEFBE2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EEF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DCF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de líng hún sū xǐng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62516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他使我的灵魂苏醒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DCF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wèi zì jǐ de míng yǐn dǎo wǒ zǒu yì lù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062516">
                <a:alpha val="6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为自己的名引导我走义路</a:t>
            </a:r>
            <a:endParaRPr lang="en-US" sz="4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12344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FFFF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spc="600" kern="0" dirty="0">
                <a:solidFill>
                  <a:srgbClr val="1E1B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耶和华是我的牧者</a:t>
            </a:r>
            <a:endParaRPr lang="en-US" sz="8400" dirty="0"/>
          </a:p>
        </p:txBody>
      </p:sp>
      <p:sp>
        <p:nvSpPr>
          <p:cNvPr id="3" name="Shape 1"/>
          <p:cNvSpPr/>
          <p:nvPr/>
        </p:nvSpPr>
        <p:spPr>
          <a:xfrm>
            <a:off x="3520440" y="2761488"/>
            <a:ext cx="2103120" cy="32004"/>
          </a:xfrm>
          <a:prstGeom prst="rect">
            <a:avLst/>
          </a:prstGeom>
          <a:solidFill>
            <a:srgbClr val="7A5FBF"/>
          </a:solidFill>
          <a:ln w="12700">
            <a:solidFill>
              <a:srgbClr val="7A5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诗篇 23 · KEY OF D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E1B3A">
              <a:alpha val="12000"/>
            </a:srgbClr>
          </a:solidFill>
          <a:ln w="12700">
            <a:solidFill>
              <a:srgbClr val="3C3468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3C3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-23368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487807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FFFFFF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1E1B3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耶和华是我的牧者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wǒ bì bú zhì quē fá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FFFFFF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1E1B3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我必不致缺乏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tǎng wò zài qīng cǎo dì shàng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FFFFFF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1E1B3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他使我躺卧在青草地上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548640" y="4061333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lǐng wǒ zài kě ān xiē de shuǐ biān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548640" y="4572508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FFFFFF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1E1B3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领我在可安歇的水边</a:t>
            </a:r>
            <a:endParaRPr lang="en-US" sz="4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E1B3A">
              <a:alpha val="12000"/>
            </a:srgbClr>
          </a:solidFill>
          <a:ln w="12700">
            <a:solidFill>
              <a:srgbClr val="3C3468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3C3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de líng hún sū xǐng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FFFFFF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1E1B3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他使我的灵魂苏醒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wèi zì jǐ de míng yǐn dǎo wǒ zǒu yì lù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5400000">
              <a:srgbClr val="FFFFFF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1E1B3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为自己的名引导我走义路</a:t>
            </a:r>
            <a:endParaRPr lang="en-US" sz="4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spc="600" kern="0" dirty="0">
                <a:solidFill>
                  <a:srgbClr val="2A272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耶和华是我的牧者</a:t>
            </a:r>
            <a:endParaRPr lang="en-US" sz="8400" dirty="0"/>
          </a:p>
        </p:txBody>
      </p:sp>
      <p:sp>
        <p:nvSpPr>
          <p:cNvPr id="3" name="Shape 1"/>
          <p:cNvSpPr/>
          <p:nvPr/>
        </p:nvSpPr>
        <p:spPr>
          <a:xfrm>
            <a:off x="3520440" y="2761488"/>
            <a:ext cx="2103120" cy="32004"/>
          </a:xfrm>
          <a:prstGeom prst="rect">
            <a:avLst/>
          </a:prstGeom>
          <a:solidFill>
            <a:srgbClr val="B8863B"/>
          </a:solidFill>
          <a:ln w="12700">
            <a:solidFill>
              <a:srgbClr val="B88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200" kern="0" dirty="0">
                <a:solidFill>
                  <a:srgbClr val="8A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7A6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诗篇 23 · KEY OF D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A2723">
              <a:alpha val="12000"/>
            </a:srgbClr>
          </a:solidFill>
          <a:ln w="12700">
            <a:solidFill>
              <a:srgbClr val="5A524A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5A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-23368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8A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yē hé huá shì wǒ de mù zhě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487807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2A272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耶和华是我的牧者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8A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wǒ bì bú zhì quē fá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2A272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我必不致缺乏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8A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tǎng wò zài qīng cǎo dì shàng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2A272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他使我躺卧在青草地上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548640" y="4061333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8A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lǐng wǒ zài kě ān xiē de shuǐ biān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548640" y="45725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2A272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领我在可安歇的水边</a:t>
            </a:r>
            <a:endParaRPr lang="en-US" sz="4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A2723">
              <a:alpha val="12000"/>
            </a:srgbClr>
          </a:solidFill>
          <a:ln w="12700">
            <a:solidFill>
              <a:srgbClr val="5A524A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5A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338199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8A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 shǐ wǒ de líng hún sū xǐng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48640" y="1849374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2A272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他使我的灵魂苏醒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48640" y="2699766"/>
            <a:ext cx="804672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spc="100" kern="0" dirty="0">
                <a:solidFill>
                  <a:srgbClr val="8A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wèi zì jǐ de míng yǐn dǎo wǒ zǒu yì lù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48640" y="3210941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300" kern="0" dirty="0">
                <a:solidFill>
                  <a:srgbClr val="2A2723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为自己的名引导我走义路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2026-09-22T21:30:10Z</dcterms:created>
  <dcterms:modified xsi:type="dcterms:W3CDTF">2026-09-22T21:30:10Z</dcterms:modified>
</cp:coreProperties>
</file>